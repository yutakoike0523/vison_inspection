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6" r:id="rId2"/>
    <p:sldId id="258" r:id="rId3"/>
    <p:sldId id="263" r:id="rId4"/>
    <p:sldId id="257" r:id="rId5"/>
    <p:sldId id="262" r:id="rId6"/>
    <p:sldId id="264" r:id="rId7"/>
    <p:sldId id="265" r:id="rId8"/>
    <p:sldId id="267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53E405-B6EF-476B-8EDF-15C92B04E685}" v="13" dt="2026-07-10T12:58:38.901"/>
    <p1510:client id="{C158E48B-BE36-4BF9-A661-8EF49CEB0A42}" v="104" dt="2026-07-10T16:33:46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3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KAI Tetsuma" userId="c3681843-2fa5-4bf6-b46e-47d6562d448f" providerId="ADAL" clId="{B390C81C-2376-4302-9BFB-B276E4E84D7B}"/>
    <pc:docChg chg="undo redo custSel addSld delSld modSld sldOrd">
      <pc:chgData name="TAKAI Tetsuma" userId="c3681843-2fa5-4bf6-b46e-47d6562d448f" providerId="ADAL" clId="{B390C81C-2376-4302-9BFB-B276E4E84D7B}" dt="2026-07-11T01:26:38.070" v="543" actId="20577"/>
      <pc:docMkLst>
        <pc:docMk/>
      </pc:docMkLst>
      <pc:sldChg chg="addSp delSp modSp mod ord modNotesTx">
        <pc:chgData name="TAKAI Tetsuma" userId="c3681843-2fa5-4bf6-b46e-47d6562d448f" providerId="ADAL" clId="{B390C81C-2376-4302-9BFB-B276E4E84D7B}" dt="2026-07-11T01:26:38.070" v="543" actId="20577"/>
        <pc:sldMkLst>
          <pc:docMk/>
          <pc:sldMk cId="2327422387" sldId="257"/>
        </pc:sldMkLst>
        <pc:graphicFrameChg chg="add mod ord modGraphic">
          <ac:chgData name="TAKAI Tetsuma" userId="c3681843-2fa5-4bf6-b46e-47d6562d448f" providerId="ADAL" clId="{B390C81C-2376-4302-9BFB-B276E4E84D7B}" dt="2026-07-04T04:17:49.053" v="199" actId="2062"/>
          <ac:graphicFrameMkLst>
            <pc:docMk/>
            <pc:sldMk cId="2327422387" sldId="257"/>
            <ac:graphicFrameMk id="2" creationId="{5A9025CA-D30F-FDD9-CA60-2A9D3F6F5A36}"/>
          </ac:graphicFrameMkLst>
        </pc:graphicFrameChg>
        <pc:picChg chg="add mod">
          <ac:chgData name="TAKAI Tetsuma" userId="c3681843-2fa5-4bf6-b46e-47d6562d448f" providerId="ADAL" clId="{B390C81C-2376-4302-9BFB-B276E4E84D7B}" dt="2026-07-04T04:17:01.768" v="196" actId="1076"/>
          <ac:picMkLst>
            <pc:docMk/>
            <pc:sldMk cId="2327422387" sldId="257"/>
            <ac:picMk id="5" creationId="{0C48B31B-8A1D-3CDF-5529-8D6036DA416E}"/>
          </ac:picMkLst>
        </pc:picChg>
        <pc:picChg chg="mod">
          <ac:chgData name="TAKAI Tetsuma" userId="c3681843-2fa5-4bf6-b46e-47d6562d448f" providerId="ADAL" clId="{B390C81C-2376-4302-9BFB-B276E4E84D7B}" dt="2026-07-04T04:16:26.519" v="192" actId="1076"/>
          <ac:picMkLst>
            <pc:docMk/>
            <pc:sldMk cId="2327422387" sldId="257"/>
            <ac:picMk id="12" creationId="{362555DF-DDCC-1D64-0E44-56681ECB3F40}"/>
          </ac:picMkLst>
        </pc:picChg>
        <pc:picChg chg="mod">
          <ac:chgData name="TAKAI Tetsuma" userId="c3681843-2fa5-4bf6-b46e-47d6562d448f" providerId="ADAL" clId="{B390C81C-2376-4302-9BFB-B276E4E84D7B}" dt="2026-07-04T04:16:45.535" v="195" actId="1076"/>
          <ac:picMkLst>
            <pc:docMk/>
            <pc:sldMk cId="2327422387" sldId="257"/>
            <ac:picMk id="16" creationId="{3D82873D-47F0-A26A-19D2-4D4D2F9E4782}"/>
          </ac:picMkLst>
        </pc:picChg>
        <pc:picChg chg="mod">
          <ac:chgData name="TAKAI Tetsuma" userId="c3681843-2fa5-4bf6-b46e-47d6562d448f" providerId="ADAL" clId="{B390C81C-2376-4302-9BFB-B276E4E84D7B}" dt="2026-07-04T04:15:57.151" v="188" actId="1076"/>
          <ac:picMkLst>
            <pc:docMk/>
            <pc:sldMk cId="2327422387" sldId="257"/>
            <ac:picMk id="18" creationId="{710DCB67-9C8B-0F9C-E825-C3712D87C0B4}"/>
          </ac:picMkLst>
        </pc:picChg>
        <pc:picChg chg="mod">
          <ac:chgData name="TAKAI Tetsuma" userId="c3681843-2fa5-4bf6-b46e-47d6562d448f" providerId="ADAL" clId="{B390C81C-2376-4302-9BFB-B276E4E84D7B}" dt="2026-07-04T04:15:50.416" v="187" actId="1076"/>
          <ac:picMkLst>
            <pc:docMk/>
            <pc:sldMk cId="2327422387" sldId="257"/>
            <ac:picMk id="20" creationId="{D1AEB6E6-C1E1-462C-A479-0451162A7D2B}"/>
          </ac:picMkLst>
        </pc:picChg>
        <pc:picChg chg="mod">
          <ac:chgData name="TAKAI Tetsuma" userId="c3681843-2fa5-4bf6-b46e-47d6562d448f" providerId="ADAL" clId="{B390C81C-2376-4302-9BFB-B276E4E84D7B}" dt="2026-07-04T04:16:21.395" v="191" actId="1076"/>
          <ac:picMkLst>
            <pc:docMk/>
            <pc:sldMk cId="2327422387" sldId="257"/>
            <ac:picMk id="22" creationId="{E65DAAEE-B33A-78CA-B4AA-ECCA0C438FBE}"/>
          </ac:picMkLst>
        </pc:picChg>
        <pc:picChg chg="mod">
          <ac:chgData name="TAKAI Tetsuma" userId="c3681843-2fa5-4bf6-b46e-47d6562d448f" providerId="ADAL" clId="{B390C81C-2376-4302-9BFB-B276E4E84D7B}" dt="2026-07-04T04:16:39.122" v="194" actId="1076"/>
          <ac:picMkLst>
            <pc:docMk/>
            <pc:sldMk cId="2327422387" sldId="257"/>
            <ac:picMk id="24" creationId="{978BBE7C-71FB-EBBB-617E-FB22AF8885EC}"/>
          </ac:picMkLst>
        </pc:picChg>
        <pc:picChg chg="mod">
          <ac:chgData name="TAKAI Tetsuma" userId="c3681843-2fa5-4bf6-b46e-47d6562d448f" providerId="ADAL" clId="{B390C81C-2376-4302-9BFB-B276E4E84D7B}" dt="2026-07-04T04:15:59.570" v="189" actId="1076"/>
          <ac:picMkLst>
            <pc:docMk/>
            <pc:sldMk cId="2327422387" sldId="257"/>
            <ac:picMk id="26" creationId="{D138B15E-3835-CB8E-7645-9FA0313B050C}"/>
          </ac:picMkLst>
        </pc:picChg>
        <pc:picChg chg="mod">
          <ac:chgData name="TAKAI Tetsuma" userId="c3681843-2fa5-4bf6-b46e-47d6562d448f" providerId="ADAL" clId="{B390C81C-2376-4302-9BFB-B276E4E84D7B}" dt="2026-07-04T04:16:34.864" v="193" actId="1076"/>
          <ac:picMkLst>
            <pc:docMk/>
            <pc:sldMk cId="2327422387" sldId="257"/>
            <ac:picMk id="28" creationId="{93277A7A-5119-83AC-7BE6-28807CE6806E}"/>
          </ac:picMkLst>
        </pc:picChg>
      </pc:sldChg>
      <pc:sldChg chg="addSp delSp modSp mod modNotesTx">
        <pc:chgData name="TAKAI Tetsuma" userId="c3681843-2fa5-4bf6-b46e-47d6562d448f" providerId="ADAL" clId="{B390C81C-2376-4302-9BFB-B276E4E84D7B}" dt="2026-07-04T05:09:02.384" v="411" actId="1076"/>
        <pc:sldMkLst>
          <pc:docMk/>
          <pc:sldMk cId="3133143702" sldId="262"/>
        </pc:sldMkLst>
        <pc:spChg chg="mod">
          <ac:chgData name="TAKAI Tetsuma" userId="c3681843-2fa5-4bf6-b46e-47d6562d448f" providerId="ADAL" clId="{B390C81C-2376-4302-9BFB-B276E4E84D7B}" dt="2026-07-04T05:08:20.161" v="398" actId="20577"/>
          <ac:spMkLst>
            <pc:docMk/>
            <pc:sldMk cId="3133143702" sldId="262"/>
            <ac:spMk id="2" creationId="{49956474-9BC0-3DC5-3A96-D30BE6F1A044}"/>
          </ac:spMkLst>
        </pc:spChg>
        <pc:picChg chg="add mod">
          <ac:chgData name="TAKAI Tetsuma" userId="c3681843-2fa5-4bf6-b46e-47d6562d448f" providerId="ADAL" clId="{B390C81C-2376-4302-9BFB-B276E4E84D7B}" dt="2026-07-04T05:08:41.857" v="404" actId="1076"/>
          <ac:picMkLst>
            <pc:docMk/>
            <pc:sldMk cId="3133143702" sldId="262"/>
            <ac:picMk id="9" creationId="{FB35F709-95A6-6067-1F68-13DC34BCA34A}"/>
          </ac:picMkLst>
        </pc:picChg>
        <pc:picChg chg="add mod">
          <ac:chgData name="TAKAI Tetsuma" userId="c3681843-2fa5-4bf6-b46e-47d6562d448f" providerId="ADAL" clId="{B390C81C-2376-4302-9BFB-B276E4E84D7B}" dt="2026-07-04T05:09:02.384" v="411" actId="1076"/>
          <ac:picMkLst>
            <pc:docMk/>
            <pc:sldMk cId="3133143702" sldId="262"/>
            <ac:picMk id="11" creationId="{F4E99681-BD42-E147-164E-1CA2EAC4509D}"/>
          </ac:picMkLst>
        </pc:picChg>
        <pc:picChg chg="add mod">
          <ac:chgData name="TAKAI Tetsuma" userId="c3681843-2fa5-4bf6-b46e-47d6562d448f" providerId="ADAL" clId="{B390C81C-2376-4302-9BFB-B276E4E84D7B}" dt="2026-07-04T05:08:50.253" v="407" actId="1076"/>
          <ac:picMkLst>
            <pc:docMk/>
            <pc:sldMk cId="3133143702" sldId="262"/>
            <ac:picMk id="16" creationId="{3BC9B9E6-F9B6-7539-D3E5-6348A12AA806}"/>
          </ac:picMkLst>
        </pc:picChg>
        <pc:picChg chg="add mod">
          <ac:chgData name="TAKAI Tetsuma" userId="c3681843-2fa5-4bf6-b46e-47d6562d448f" providerId="ADAL" clId="{B390C81C-2376-4302-9BFB-B276E4E84D7B}" dt="2026-07-04T05:08:53.595" v="408" actId="1076"/>
          <ac:picMkLst>
            <pc:docMk/>
            <pc:sldMk cId="3133143702" sldId="262"/>
            <ac:picMk id="18" creationId="{ACA96720-C011-D4FF-CF31-5287DEA48811}"/>
          </ac:picMkLst>
        </pc:picChg>
        <pc:picChg chg="add mod">
          <ac:chgData name="TAKAI Tetsuma" userId="c3681843-2fa5-4bf6-b46e-47d6562d448f" providerId="ADAL" clId="{B390C81C-2376-4302-9BFB-B276E4E84D7B}" dt="2026-07-04T05:08:58.778" v="410" actId="1076"/>
          <ac:picMkLst>
            <pc:docMk/>
            <pc:sldMk cId="3133143702" sldId="262"/>
            <ac:picMk id="22" creationId="{FFE436E4-A99C-92D0-60C8-8D80547D92FA}"/>
          </ac:picMkLst>
        </pc:picChg>
      </pc:sldChg>
      <pc:sldChg chg="addSp delSp modSp add mod modNotesTx">
        <pc:chgData name="TAKAI Tetsuma" userId="c3681843-2fa5-4bf6-b46e-47d6562d448f" providerId="ADAL" clId="{B390C81C-2376-4302-9BFB-B276E4E84D7B}" dt="2026-07-11T01:24:23.577" v="464" actId="20577"/>
        <pc:sldMkLst>
          <pc:docMk/>
          <pc:sldMk cId="1224304986" sldId="263"/>
        </pc:sldMkLst>
        <pc:spChg chg="mod">
          <ac:chgData name="TAKAI Tetsuma" userId="c3681843-2fa5-4bf6-b46e-47d6562d448f" providerId="ADAL" clId="{B390C81C-2376-4302-9BFB-B276E4E84D7B}" dt="2026-07-04T05:01:36.910" v="361" actId="20577"/>
          <ac:spMkLst>
            <pc:docMk/>
            <pc:sldMk cId="1224304986" sldId="263"/>
            <ac:spMk id="2" creationId="{651C08B7-DAA2-BA53-62FD-279A3F08BD24}"/>
          </ac:spMkLst>
        </pc:spChg>
        <pc:spChg chg="mod ord">
          <ac:chgData name="TAKAI Tetsuma" userId="c3681843-2fa5-4bf6-b46e-47d6562d448f" providerId="ADAL" clId="{B390C81C-2376-4302-9BFB-B276E4E84D7B}" dt="2026-07-04T04:57:36.639" v="308" actId="26606"/>
          <ac:spMkLst>
            <pc:docMk/>
            <pc:sldMk cId="1224304986" sldId="263"/>
            <ac:spMk id="4" creationId="{7B0DD62B-0656-E323-EF99-E5E0CD03F021}"/>
          </ac:spMkLst>
        </pc:spChg>
        <pc:graphicFrameChg chg="add mod modGraphic">
          <ac:chgData name="TAKAI Tetsuma" userId="c3681843-2fa5-4bf6-b46e-47d6562d448f" providerId="ADAL" clId="{B390C81C-2376-4302-9BFB-B276E4E84D7B}" dt="2026-07-04T05:13:52.288" v="415" actId="14100"/>
          <ac:graphicFrameMkLst>
            <pc:docMk/>
            <pc:sldMk cId="1224304986" sldId="263"/>
            <ac:graphicFrameMk id="160" creationId="{207287ED-7C49-F32F-F8DE-6AB05806454F}"/>
          </ac:graphicFrameMkLst>
        </pc:graphicFrameChg>
      </pc:sldChg>
      <pc:sldChg chg="addSp modSp mod">
        <pc:chgData name="TAKAI Tetsuma" userId="c3681843-2fa5-4bf6-b46e-47d6562d448f" providerId="ADAL" clId="{B390C81C-2376-4302-9BFB-B276E4E84D7B}" dt="2026-07-10T12:58:38.915" v="430"/>
        <pc:sldMkLst>
          <pc:docMk/>
          <pc:sldMk cId="1898952874" sldId="264"/>
        </pc:sldMkLst>
        <pc:picChg chg="add mod">
          <ac:chgData name="TAKAI Tetsuma" userId="c3681843-2fa5-4bf6-b46e-47d6562d448f" providerId="ADAL" clId="{B390C81C-2376-4302-9BFB-B276E4E84D7B}" dt="2026-07-10T12:58:38.915" v="430"/>
          <ac:picMkLst>
            <pc:docMk/>
            <pc:sldMk cId="1898952874" sldId="264"/>
            <ac:picMk id="5" creationId="{D9BC8510-AAA7-D085-27A7-9BC58AAF2B1C}"/>
          </ac:picMkLst>
        </pc:picChg>
        <pc:picChg chg="add mod">
          <ac:chgData name="TAKAI Tetsuma" userId="c3681843-2fa5-4bf6-b46e-47d6562d448f" providerId="ADAL" clId="{B390C81C-2376-4302-9BFB-B276E4E84D7B}" dt="2026-07-10T12:58:38.915" v="430"/>
          <ac:picMkLst>
            <pc:docMk/>
            <pc:sldMk cId="1898952874" sldId="264"/>
            <ac:picMk id="7" creationId="{C7B5730F-A29F-214D-F172-11805614B92C}"/>
          </ac:picMkLst>
        </pc:picChg>
        <pc:picChg chg="add mod">
          <ac:chgData name="TAKAI Tetsuma" userId="c3681843-2fa5-4bf6-b46e-47d6562d448f" providerId="ADAL" clId="{B390C81C-2376-4302-9BFB-B276E4E84D7B}" dt="2026-07-10T12:58:38.915" v="430"/>
          <ac:picMkLst>
            <pc:docMk/>
            <pc:sldMk cId="1898952874" sldId="264"/>
            <ac:picMk id="9" creationId="{6D8F88CA-FB5B-80E2-4A34-B2D4FFAFC23C}"/>
          </ac:picMkLst>
        </pc:picChg>
        <pc:picChg chg="add mod">
          <ac:chgData name="TAKAI Tetsuma" userId="c3681843-2fa5-4bf6-b46e-47d6562d448f" providerId="ADAL" clId="{B390C81C-2376-4302-9BFB-B276E4E84D7B}" dt="2026-07-10T12:58:38.915" v="430"/>
          <ac:picMkLst>
            <pc:docMk/>
            <pc:sldMk cId="1898952874" sldId="264"/>
            <ac:picMk id="11" creationId="{CC4C9CF2-2D34-A193-BCA6-4C7BD64C9057}"/>
          </ac:picMkLst>
        </pc:picChg>
        <pc:picChg chg="add mod">
          <ac:chgData name="TAKAI Tetsuma" userId="c3681843-2fa5-4bf6-b46e-47d6562d448f" providerId="ADAL" clId="{B390C81C-2376-4302-9BFB-B276E4E84D7B}" dt="2026-07-10T12:58:38.915" v="430"/>
          <ac:picMkLst>
            <pc:docMk/>
            <pc:sldMk cId="1898952874" sldId="264"/>
            <ac:picMk id="13" creationId="{5BD05E44-F0C4-43EA-5136-180A02126C87}"/>
          </ac:picMkLst>
        </pc:picChg>
        <pc:picChg chg="add mod">
          <ac:chgData name="TAKAI Tetsuma" userId="c3681843-2fa5-4bf6-b46e-47d6562d448f" providerId="ADAL" clId="{B390C81C-2376-4302-9BFB-B276E4E84D7B}" dt="2026-07-10T12:58:38.915" v="430"/>
          <ac:picMkLst>
            <pc:docMk/>
            <pc:sldMk cId="1898952874" sldId="264"/>
            <ac:picMk id="15" creationId="{D70A865D-7F40-4067-6445-2ECEE2D272FB}"/>
          </ac:picMkLst>
        </pc:picChg>
        <pc:picChg chg="add mod">
          <ac:chgData name="TAKAI Tetsuma" userId="c3681843-2fa5-4bf6-b46e-47d6562d448f" providerId="ADAL" clId="{B390C81C-2376-4302-9BFB-B276E4E84D7B}" dt="2026-07-10T12:58:36.716" v="423" actId="931"/>
          <ac:picMkLst>
            <pc:docMk/>
            <pc:sldMk cId="1898952874" sldId="264"/>
            <ac:picMk id="17" creationId="{49071480-D754-511E-6873-7BEE80E5973C}"/>
          </ac:picMkLst>
        </pc:picChg>
        <pc:picChg chg="add mod">
          <ac:chgData name="TAKAI Tetsuma" userId="c3681843-2fa5-4bf6-b46e-47d6562d448f" providerId="ADAL" clId="{B390C81C-2376-4302-9BFB-B276E4E84D7B}" dt="2026-07-10T12:58:38.915" v="430"/>
          <ac:picMkLst>
            <pc:docMk/>
            <pc:sldMk cId="1898952874" sldId="264"/>
            <ac:picMk id="19" creationId="{C108AE87-580F-A130-4232-42EB4F0BABAE}"/>
          </ac:picMkLst>
        </pc:picChg>
        <pc:picChg chg="add mod">
          <ac:chgData name="TAKAI Tetsuma" userId="c3681843-2fa5-4bf6-b46e-47d6562d448f" providerId="ADAL" clId="{B390C81C-2376-4302-9BFB-B276E4E84D7B}" dt="2026-07-10T12:58:37.508" v="425" actId="931"/>
          <ac:picMkLst>
            <pc:docMk/>
            <pc:sldMk cId="1898952874" sldId="264"/>
            <ac:picMk id="21" creationId="{F647965F-AD23-2315-C826-0B0BB253571C}"/>
          </ac:picMkLst>
        </pc:picChg>
        <pc:picChg chg="add mod">
          <ac:chgData name="TAKAI Tetsuma" userId="c3681843-2fa5-4bf6-b46e-47d6562d448f" providerId="ADAL" clId="{B390C81C-2376-4302-9BFB-B276E4E84D7B}" dt="2026-07-10T12:58:38.915" v="430"/>
          <ac:picMkLst>
            <pc:docMk/>
            <pc:sldMk cId="1898952874" sldId="264"/>
            <ac:picMk id="23" creationId="{978C13EF-44C5-697D-1815-675FA7511419}"/>
          </ac:picMkLst>
        </pc:picChg>
        <pc:picChg chg="add mod">
          <ac:chgData name="TAKAI Tetsuma" userId="c3681843-2fa5-4bf6-b46e-47d6562d448f" providerId="ADAL" clId="{B390C81C-2376-4302-9BFB-B276E4E84D7B}" dt="2026-07-10T12:58:38.915" v="430"/>
          <ac:picMkLst>
            <pc:docMk/>
            <pc:sldMk cId="1898952874" sldId="264"/>
            <ac:picMk id="25" creationId="{3787CDBA-EEFE-F574-5E31-4E1817B408BF}"/>
          </ac:picMkLst>
        </pc:picChg>
        <pc:picChg chg="add mod">
          <ac:chgData name="TAKAI Tetsuma" userId="c3681843-2fa5-4bf6-b46e-47d6562d448f" providerId="ADAL" clId="{B390C81C-2376-4302-9BFB-B276E4E84D7B}" dt="2026-07-10T12:58:38.915" v="430"/>
          <ac:picMkLst>
            <pc:docMk/>
            <pc:sldMk cId="1898952874" sldId="264"/>
            <ac:picMk id="27" creationId="{52424F4A-4085-FEF6-E420-2CD142E32B6A}"/>
          </ac:picMkLst>
        </pc:picChg>
        <pc:picChg chg="add mod">
          <ac:chgData name="TAKAI Tetsuma" userId="c3681843-2fa5-4bf6-b46e-47d6562d448f" providerId="ADAL" clId="{B390C81C-2376-4302-9BFB-B276E4E84D7B}" dt="2026-07-10T12:58:38.901" v="429" actId="931"/>
          <ac:picMkLst>
            <pc:docMk/>
            <pc:sldMk cId="1898952874" sldId="264"/>
            <ac:picMk id="29" creationId="{F79D4257-8057-3A70-F770-46B7FF1E71C9}"/>
          </ac:picMkLst>
        </pc:picChg>
      </pc:sldChg>
      <pc:sldMasterChg chg="delSldLayout">
        <pc:chgData name="TAKAI Tetsuma" userId="c3681843-2fa5-4bf6-b46e-47d6562d448f" providerId="ADAL" clId="{B390C81C-2376-4302-9BFB-B276E4E84D7B}" dt="2026-07-04T05:44:03.607" v="416" actId="47"/>
        <pc:sldMasterMkLst>
          <pc:docMk/>
          <pc:sldMasterMk cId="3610176032" sldId="2147483660"/>
        </pc:sldMasterMkLst>
      </pc:sldMasterChg>
    </pc:docChg>
  </pc:docChgLst>
  <pc:docChgLst>
    <pc:chgData name="TAKAI Tetsuma" userId="c3681843-2fa5-4bf6-b46e-47d6562d448f" providerId="ADAL" clId="{3962CF13-7B97-45BC-B54A-22552C19B27B}"/>
    <pc:docChg chg="undo custSel addSld modSld sldOrd">
      <pc:chgData name="TAKAI Tetsuma" userId="c3681843-2fa5-4bf6-b46e-47d6562d448f" providerId="ADAL" clId="{3962CF13-7B97-45BC-B54A-22552C19B27B}" dt="2026-07-10T18:17:25.691" v="524" actId="20577"/>
      <pc:docMkLst>
        <pc:docMk/>
      </pc:docMkLst>
      <pc:sldChg chg="delSp modSp mod modNotesTx">
        <pc:chgData name="TAKAI Tetsuma" userId="c3681843-2fa5-4bf6-b46e-47d6562d448f" providerId="ADAL" clId="{3962CF13-7B97-45BC-B54A-22552C19B27B}" dt="2026-07-03T13:14:30.711" v="47" actId="1076"/>
        <pc:sldMkLst>
          <pc:docMk/>
          <pc:sldMk cId="2327422387" sldId="257"/>
        </pc:sldMkLst>
        <pc:picChg chg="mod">
          <ac:chgData name="TAKAI Tetsuma" userId="c3681843-2fa5-4bf6-b46e-47d6562d448f" providerId="ADAL" clId="{3962CF13-7B97-45BC-B54A-22552C19B27B}" dt="2026-07-03T13:14:24.448" v="46" actId="1076"/>
          <ac:picMkLst>
            <pc:docMk/>
            <pc:sldMk cId="2327422387" sldId="257"/>
            <ac:picMk id="18" creationId="{710DCB67-9C8B-0F9C-E825-C3712D87C0B4}"/>
          </ac:picMkLst>
        </pc:picChg>
        <pc:picChg chg="mod">
          <ac:chgData name="TAKAI Tetsuma" userId="c3681843-2fa5-4bf6-b46e-47d6562d448f" providerId="ADAL" clId="{3962CF13-7B97-45BC-B54A-22552C19B27B}" dt="2026-07-03T13:14:30.711" v="47" actId="1076"/>
          <ac:picMkLst>
            <pc:docMk/>
            <pc:sldMk cId="2327422387" sldId="257"/>
            <ac:picMk id="26" creationId="{D138B15E-3835-CB8E-7645-9FA0313B050C}"/>
          </ac:picMkLst>
        </pc:picChg>
      </pc:sldChg>
      <pc:sldChg chg="addSp delSp modSp add mod">
        <pc:chgData name="TAKAI Tetsuma" userId="c3681843-2fa5-4bf6-b46e-47d6562d448f" providerId="ADAL" clId="{3962CF13-7B97-45BC-B54A-22552C19B27B}" dt="2026-07-10T17:05:14.519" v="395" actId="12385"/>
        <pc:sldMkLst>
          <pc:docMk/>
          <pc:sldMk cId="3133143702" sldId="262"/>
        </pc:sldMkLst>
        <pc:graphicFrameChg chg="add mod ord modGraphic">
          <ac:chgData name="TAKAI Tetsuma" userId="c3681843-2fa5-4bf6-b46e-47d6562d448f" providerId="ADAL" clId="{3962CF13-7B97-45BC-B54A-22552C19B27B}" dt="2026-07-10T17:05:14.519" v="395" actId="12385"/>
          <ac:graphicFrameMkLst>
            <pc:docMk/>
            <pc:sldMk cId="3133143702" sldId="262"/>
            <ac:graphicFrameMk id="3" creationId="{3370AD9F-3BA1-C9AD-6A8D-D7C6195C084C}"/>
          </ac:graphicFrameMkLst>
        </pc:graphicFrameChg>
        <pc:picChg chg="add del mod">
          <ac:chgData name="TAKAI Tetsuma" userId="c3681843-2fa5-4bf6-b46e-47d6562d448f" providerId="ADAL" clId="{3962CF13-7B97-45BC-B54A-22552C19B27B}" dt="2026-07-10T16:34:27.429" v="377" actId="22"/>
          <ac:picMkLst>
            <pc:docMk/>
            <pc:sldMk cId="3133143702" sldId="262"/>
            <ac:picMk id="6" creationId="{38B3EC4C-09AE-C3F4-9F11-33D30562EB1B}"/>
          </ac:picMkLst>
        </pc:picChg>
        <pc:picChg chg="add mod">
          <ac:chgData name="TAKAI Tetsuma" userId="c3681843-2fa5-4bf6-b46e-47d6562d448f" providerId="ADAL" clId="{3962CF13-7B97-45BC-B54A-22552C19B27B}" dt="2026-07-10T16:34:36.700" v="379" actId="1076"/>
          <ac:picMkLst>
            <pc:docMk/>
            <pc:sldMk cId="3133143702" sldId="262"/>
            <ac:picMk id="8" creationId="{32BE9732-51F9-8D74-889C-2B9D4AC9214F}"/>
          </ac:picMkLst>
        </pc:picChg>
        <pc:picChg chg="mod">
          <ac:chgData name="TAKAI Tetsuma" userId="c3681843-2fa5-4bf6-b46e-47d6562d448f" providerId="ADAL" clId="{3962CF13-7B97-45BC-B54A-22552C19B27B}" dt="2026-07-10T17:01:38.202" v="390" actId="14100"/>
          <ac:picMkLst>
            <pc:docMk/>
            <pc:sldMk cId="3133143702" sldId="262"/>
            <ac:picMk id="9" creationId="{FB35F709-95A6-6067-1F68-13DC34BCA34A}"/>
          </ac:picMkLst>
        </pc:picChg>
        <pc:picChg chg="mod">
          <ac:chgData name="TAKAI Tetsuma" userId="c3681843-2fa5-4bf6-b46e-47d6562d448f" providerId="ADAL" clId="{3962CF13-7B97-45BC-B54A-22552C19B27B}" dt="2026-07-10T17:01:26.529" v="388" actId="1076"/>
          <ac:picMkLst>
            <pc:docMk/>
            <pc:sldMk cId="3133143702" sldId="262"/>
            <ac:picMk id="11" creationId="{F4E99681-BD42-E147-164E-1CA2EAC4509D}"/>
          </ac:picMkLst>
        </pc:picChg>
        <pc:picChg chg="mod">
          <ac:chgData name="TAKAI Tetsuma" userId="c3681843-2fa5-4bf6-b46e-47d6562d448f" providerId="ADAL" clId="{3962CF13-7B97-45BC-B54A-22552C19B27B}" dt="2026-07-10T17:01:44.645" v="392" actId="14100"/>
          <ac:picMkLst>
            <pc:docMk/>
            <pc:sldMk cId="3133143702" sldId="262"/>
            <ac:picMk id="16" creationId="{3BC9B9E6-F9B6-7539-D3E5-6348A12AA806}"/>
          </ac:picMkLst>
        </pc:picChg>
        <pc:picChg chg="mod">
          <ac:chgData name="TAKAI Tetsuma" userId="c3681843-2fa5-4bf6-b46e-47d6562d448f" providerId="ADAL" clId="{3962CF13-7B97-45BC-B54A-22552C19B27B}" dt="2026-07-10T17:01:57.892" v="394" actId="1076"/>
          <ac:picMkLst>
            <pc:docMk/>
            <pc:sldMk cId="3133143702" sldId="262"/>
            <ac:picMk id="18" creationId="{ACA96720-C011-D4FF-CF31-5287DEA48811}"/>
          </ac:picMkLst>
        </pc:picChg>
        <pc:picChg chg="mod">
          <ac:chgData name="TAKAI Tetsuma" userId="c3681843-2fa5-4bf6-b46e-47d6562d448f" providerId="ADAL" clId="{3962CF13-7B97-45BC-B54A-22552C19B27B}" dt="2026-07-10T16:34:45.862" v="383" actId="1076"/>
          <ac:picMkLst>
            <pc:docMk/>
            <pc:sldMk cId="3133143702" sldId="262"/>
            <ac:picMk id="22" creationId="{FFE436E4-A99C-92D0-60C8-8D80547D92FA}"/>
          </ac:picMkLst>
        </pc:picChg>
        <pc:picChg chg="del mod">
          <ac:chgData name="TAKAI Tetsuma" userId="c3681843-2fa5-4bf6-b46e-47d6562d448f" providerId="ADAL" clId="{3962CF13-7B97-45BC-B54A-22552C19B27B}" dt="2026-07-10T16:34:39.250" v="380" actId="478"/>
          <ac:picMkLst>
            <pc:docMk/>
            <pc:sldMk cId="3133143702" sldId="262"/>
            <ac:picMk id="24" creationId="{032DF3E6-529F-0A40-A857-DF28E5A7430C}"/>
          </ac:picMkLst>
        </pc:picChg>
      </pc:sldChg>
      <pc:sldChg chg="modSp mod">
        <pc:chgData name="TAKAI Tetsuma" userId="c3681843-2fa5-4bf6-b46e-47d6562d448f" providerId="ADAL" clId="{3962CF13-7B97-45BC-B54A-22552C19B27B}" dt="2026-07-10T13:34:00.986" v="283" actId="113"/>
        <pc:sldMkLst>
          <pc:docMk/>
          <pc:sldMk cId="1224304986" sldId="263"/>
        </pc:sldMkLst>
        <pc:graphicFrameChg chg="modGraphic">
          <ac:chgData name="TAKAI Tetsuma" userId="c3681843-2fa5-4bf6-b46e-47d6562d448f" providerId="ADAL" clId="{3962CF13-7B97-45BC-B54A-22552C19B27B}" dt="2026-07-10T13:34:00.986" v="283" actId="113"/>
          <ac:graphicFrameMkLst>
            <pc:docMk/>
            <pc:sldMk cId="1224304986" sldId="263"/>
            <ac:graphicFrameMk id="160" creationId="{207287ED-7C49-F32F-F8DE-6AB05806454F}"/>
          </ac:graphicFrameMkLst>
        </pc:graphicFrameChg>
      </pc:sldChg>
      <pc:sldChg chg="delSp modSp add mod">
        <pc:chgData name="TAKAI Tetsuma" userId="c3681843-2fa5-4bf6-b46e-47d6562d448f" providerId="ADAL" clId="{3962CF13-7B97-45BC-B54A-22552C19B27B}" dt="2026-07-10T18:14:29.278" v="441" actId="1076"/>
        <pc:sldMkLst>
          <pc:docMk/>
          <pc:sldMk cId="1898952874" sldId="264"/>
        </pc:sldMkLst>
        <pc:spChg chg="mod">
          <ac:chgData name="TAKAI Tetsuma" userId="c3681843-2fa5-4bf6-b46e-47d6562d448f" providerId="ADAL" clId="{3962CF13-7B97-45BC-B54A-22552C19B27B}" dt="2026-07-10T18:12:50.036" v="412" actId="20577"/>
          <ac:spMkLst>
            <pc:docMk/>
            <pc:sldMk cId="1898952874" sldId="264"/>
            <ac:spMk id="2" creationId="{287D8E55-DCB4-4E88-B88E-DECFB482A6BB}"/>
          </ac:spMkLst>
        </pc:spChg>
        <pc:picChg chg="del">
          <ac:chgData name="TAKAI Tetsuma" userId="c3681843-2fa5-4bf6-b46e-47d6562d448f" providerId="ADAL" clId="{3962CF13-7B97-45BC-B54A-22552C19B27B}" dt="2026-07-10T13:03:03.491" v="261" actId="478"/>
          <ac:picMkLst>
            <pc:docMk/>
            <pc:sldMk cId="1898952874" sldId="264"/>
            <ac:picMk id="5" creationId="{D9BC8510-AAA7-D085-27A7-9BC58AAF2B1C}"/>
          </ac:picMkLst>
        </pc:picChg>
        <pc:picChg chg="del">
          <ac:chgData name="TAKAI Tetsuma" userId="c3681843-2fa5-4bf6-b46e-47d6562d448f" providerId="ADAL" clId="{3962CF13-7B97-45BC-B54A-22552C19B27B}" dt="2026-07-10T13:03:03.102" v="260" actId="478"/>
          <ac:picMkLst>
            <pc:docMk/>
            <pc:sldMk cId="1898952874" sldId="264"/>
            <ac:picMk id="7" creationId="{C7B5730F-A29F-214D-F172-11805614B92C}"/>
          </ac:picMkLst>
        </pc:picChg>
        <pc:picChg chg="del">
          <ac:chgData name="TAKAI Tetsuma" userId="c3681843-2fa5-4bf6-b46e-47d6562d448f" providerId="ADAL" clId="{3962CF13-7B97-45BC-B54A-22552C19B27B}" dt="2026-07-10T12:55:59.013" v="178" actId="478"/>
          <ac:picMkLst>
            <pc:docMk/>
            <pc:sldMk cId="1898952874" sldId="264"/>
            <ac:picMk id="9" creationId="{33A037FF-6913-9BAA-0C5B-89CD1F709E50}"/>
          </ac:picMkLst>
        </pc:picChg>
        <pc:picChg chg="del">
          <ac:chgData name="TAKAI Tetsuma" userId="c3681843-2fa5-4bf6-b46e-47d6562d448f" providerId="ADAL" clId="{3962CF13-7B97-45BC-B54A-22552C19B27B}" dt="2026-07-10T13:03:02.650" v="259" actId="478"/>
          <ac:picMkLst>
            <pc:docMk/>
            <pc:sldMk cId="1898952874" sldId="264"/>
            <ac:picMk id="9" creationId="{6D8F88CA-FB5B-80E2-4A34-B2D4FFAFC23C}"/>
          </ac:picMkLst>
        </pc:picChg>
        <pc:picChg chg="del">
          <ac:chgData name="TAKAI Tetsuma" userId="c3681843-2fa5-4bf6-b46e-47d6562d448f" providerId="ADAL" clId="{3962CF13-7B97-45BC-B54A-22552C19B27B}" dt="2026-07-10T12:55:59.013" v="178" actId="478"/>
          <ac:picMkLst>
            <pc:docMk/>
            <pc:sldMk cId="1898952874" sldId="264"/>
            <ac:picMk id="11" creationId="{7ADC2DD3-8CC0-5877-4CFB-A6AA3ECBF77D}"/>
          </ac:picMkLst>
        </pc:picChg>
        <pc:picChg chg="del">
          <ac:chgData name="TAKAI Tetsuma" userId="c3681843-2fa5-4bf6-b46e-47d6562d448f" providerId="ADAL" clId="{3962CF13-7B97-45BC-B54A-22552C19B27B}" dt="2026-07-10T13:03:02.161" v="258" actId="478"/>
          <ac:picMkLst>
            <pc:docMk/>
            <pc:sldMk cId="1898952874" sldId="264"/>
            <ac:picMk id="11" creationId="{CC4C9CF2-2D34-A193-BCA6-4C7BD64C9057}"/>
          </ac:picMkLst>
        </pc:picChg>
        <pc:picChg chg="del">
          <ac:chgData name="TAKAI Tetsuma" userId="c3681843-2fa5-4bf6-b46e-47d6562d448f" providerId="ADAL" clId="{3962CF13-7B97-45BC-B54A-22552C19B27B}" dt="2026-07-10T13:03:01.685" v="257" actId="478"/>
          <ac:picMkLst>
            <pc:docMk/>
            <pc:sldMk cId="1898952874" sldId="264"/>
            <ac:picMk id="13" creationId="{5BD05E44-F0C4-43EA-5136-180A02126C87}"/>
          </ac:picMkLst>
        </pc:picChg>
        <pc:picChg chg="del">
          <ac:chgData name="TAKAI Tetsuma" userId="c3681843-2fa5-4bf6-b46e-47d6562d448f" providerId="ADAL" clId="{3962CF13-7B97-45BC-B54A-22552C19B27B}" dt="2026-07-10T13:03:01.199" v="256" actId="478"/>
          <ac:picMkLst>
            <pc:docMk/>
            <pc:sldMk cId="1898952874" sldId="264"/>
            <ac:picMk id="15" creationId="{D70A865D-7F40-4067-6445-2ECEE2D272FB}"/>
          </ac:picMkLst>
        </pc:picChg>
        <pc:picChg chg="del">
          <ac:chgData name="TAKAI Tetsuma" userId="c3681843-2fa5-4bf6-b46e-47d6562d448f" providerId="ADAL" clId="{3962CF13-7B97-45BC-B54A-22552C19B27B}" dt="2026-07-10T12:55:59.013" v="178" actId="478"/>
          <ac:picMkLst>
            <pc:docMk/>
            <pc:sldMk cId="1898952874" sldId="264"/>
            <ac:picMk id="16" creationId="{A5BF2C87-D7EC-D27B-6E2A-1AB14D171A18}"/>
          </ac:picMkLst>
        </pc:picChg>
        <pc:picChg chg="del">
          <ac:chgData name="TAKAI Tetsuma" userId="c3681843-2fa5-4bf6-b46e-47d6562d448f" providerId="ADAL" clId="{3962CF13-7B97-45BC-B54A-22552C19B27B}" dt="2026-07-10T13:03:00.758" v="255" actId="478"/>
          <ac:picMkLst>
            <pc:docMk/>
            <pc:sldMk cId="1898952874" sldId="264"/>
            <ac:picMk id="17" creationId="{49071480-D754-511E-6873-7BEE80E5973C}"/>
          </ac:picMkLst>
        </pc:picChg>
        <pc:picChg chg="del">
          <ac:chgData name="TAKAI Tetsuma" userId="c3681843-2fa5-4bf6-b46e-47d6562d448f" providerId="ADAL" clId="{3962CF13-7B97-45BC-B54A-22552C19B27B}" dt="2026-07-10T12:55:59.013" v="178" actId="478"/>
          <ac:picMkLst>
            <pc:docMk/>
            <pc:sldMk cId="1898952874" sldId="264"/>
            <ac:picMk id="18" creationId="{9BCA5FB1-093B-F021-704A-EEBE1271B1F5}"/>
          </ac:picMkLst>
        </pc:picChg>
        <pc:picChg chg="del">
          <ac:chgData name="TAKAI Tetsuma" userId="c3681843-2fa5-4bf6-b46e-47d6562d448f" providerId="ADAL" clId="{3962CF13-7B97-45BC-B54A-22552C19B27B}" dt="2026-07-10T13:03:00.306" v="254" actId="478"/>
          <ac:picMkLst>
            <pc:docMk/>
            <pc:sldMk cId="1898952874" sldId="264"/>
            <ac:picMk id="19" creationId="{C108AE87-580F-A130-4232-42EB4F0BABAE}"/>
          </ac:picMkLst>
        </pc:picChg>
        <pc:picChg chg="del mod">
          <ac:chgData name="TAKAI Tetsuma" userId="c3681843-2fa5-4bf6-b46e-47d6562d448f" providerId="ADAL" clId="{3962CF13-7B97-45BC-B54A-22552C19B27B}" dt="2026-07-10T13:02:59.803" v="253" actId="478"/>
          <ac:picMkLst>
            <pc:docMk/>
            <pc:sldMk cId="1898952874" sldId="264"/>
            <ac:picMk id="21" creationId="{F647965F-AD23-2315-C826-0B0BB253571C}"/>
          </ac:picMkLst>
        </pc:picChg>
        <pc:picChg chg="del">
          <ac:chgData name="TAKAI Tetsuma" userId="c3681843-2fa5-4bf6-b46e-47d6562d448f" providerId="ADAL" clId="{3962CF13-7B97-45BC-B54A-22552C19B27B}" dt="2026-07-10T12:55:59.013" v="178" actId="478"/>
          <ac:picMkLst>
            <pc:docMk/>
            <pc:sldMk cId="1898952874" sldId="264"/>
            <ac:picMk id="22" creationId="{91A4914B-5E44-B338-1A4A-D804CA8041E1}"/>
          </ac:picMkLst>
        </pc:picChg>
        <pc:picChg chg="del mod">
          <ac:chgData name="TAKAI Tetsuma" userId="c3681843-2fa5-4bf6-b46e-47d6562d448f" providerId="ADAL" clId="{3962CF13-7B97-45BC-B54A-22552C19B27B}" dt="2026-07-10T18:13:18.148" v="414" actId="478"/>
          <ac:picMkLst>
            <pc:docMk/>
            <pc:sldMk cId="1898952874" sldId="264"/>
            <ac:picMk id="23" creationId="{978C13EF-44C5-697D-1815-675FA7511419}"/>
          </ac:picMkLst>
        </pc:picChg>
        <pc:picChg chg="del">
          <ac:chgData name="TAKAI Tetsuma" userId="c3681843-2fa5-4bf6-b46e-47d6562d448f" providerId="ADAL" clId="{3962CF13-7B97-45BC-B54A-22552C19B27B}" dt="2026-07-10T12:55:59.013" v="178" actId="478"/>
          <ac:picMkLst>
            <pc:docMk/>
            <pc:sldMk cId="1898952874" sldId="264"/>
            <ac:picMk id="24" creationId="{D84C51B3-62CA-CE62-5FD4-A97EBA9FD9D4}"/>
          </ac:picMkLst>
        </pc:picChg>
        <pc:picChg chg="mod">
          <ac:chgData name="TAKAI Tetsuma" userId="c3681843-2fa5-4bf6-b46e-47d6562d448f" providerId="ADAL" clId="{3962CF13-7B97-45BC-B54A-22552C19B27B}" dt="2026-07-10T18:14:27.173" v="440" actId="1076"/>
          <ac:picMkLst>
            <pc:docMk/>
            <pc:sldMk cId="1898952874" sldId="264"/>
            <ac:picMk id="25" creationId="{3787CDBA-EEFE-F574-5E31-4E1817B408BF}"/>
          </ac:picMkLst>
        </pc:picChg>
        <pc:picChg chg="del mod">
          <ac:chgData name="TAKAI Tetsuma" userId="c3681843-2fa5-4bf6-b46e-47d6562d448f" providerId="ADAL" clId="{3962CF13-7B97-45BC-B54A-22552C19B27B}" dt="2026-07-10T18:13:17.551" v="413" actId="478"/>
          <ac:picMkLst>
            <pc:docMk/>
            <pc:sldMk cId="1898952874" sldId="264"/>
            <ac:picMk id="27" creationId="{52424F4A-4085-FEF6-E420-2CD142E32B6A}"/>
          </ac:picMkLst>
        </pc:picChg>
        <pc:picChg chg="mod">
          <ac:chgData name="TAKAI Tetsuma" userId="c3681843-2fa5-4bf6-b46e-47d6562d448f" providerId="ADAL" clId="{3962CF13-7B97-45BC-B54A-22552C19B27B}" dt="2026-07-10T18:14:29.278" v="441" actId="1076"/>
          <ac:picMkLst>
            <pc:docMk/>
            <pc:sldMk cId="1898952874" sldId="264"/>
            <ac:picMk id="29" creationId="{F79D4257-8057-3A70-F770-46B7FF1E71C9}"/>
          </ac:picMkLst>
        </pc:picChg>
      </pc:sldChg>
      <pc:sldChg chg="delSp modSp add mod">
        <pc:chgData name="TAKAI Tetsuma" userId="c3681843-2fa5-4bf6-b46e-47d6562d448f" providerId="ADAL" clId="{3962CF13-7B97-45BC-B54A-22552C19B27B}" dt="2026-07-10T18:15:02.730" v="447" actId="1076"/>
        <pc:sldMkLst>
          <pc:docMk/>
          <pc:sldMk cId="2151552322" sldId="265"/>
        </pc:sldMkLst>
        <pc:spChg chg="mod">
          <ac:chgData name="TAKAI Tetsuma" userId="c3681843-2fa5-4bf6-b46e-47d6562d448f" providerId="ADAL" clId="{3962CF13-7B97-45BC-B54A-22552C19B27B}" dt="2026-07-10T18:13:46.481" v="433" actId="20577"/>
          <ac:spMkLst>
            <pc:docMk/>
            <pc:sldMk cId="2151552322" sldId="265"/>
            <ac:spMk id="2" creationId="{1B9D79CB-AA23-E3B9-2B9F-FFAEFE7BA58E}"/>
          </ac:spMkLst>
        </pc:spChg>
        <pc:picChg chg="del">
          <ac:chgData name="TAKAI Tetsuma" userId="c3681843-2fa5-4bf6-b46e-47d6562d448f" providerId="ADAL" clId="{3962CF13-7B97-45BC-B54A-22552C19B27B}" dt="2026-07-10T13:03:15.764" v="272" actId="478"/>
          <ac:picMkLst>
            <pc:docMk/>
            <pc:sldMk cId="2151552322" sldId="265"/>
            <ac:picMk id="5" creationId="{4959A893-0DDD-CE8F-21DE-C97A5E900337}"/>
          </ac:picMkLst>
        </pc:picChg>
        <pc:picChg chg="del">
          <ac:chgData name="TAKAI Tetsuma" userId="c3681843-2fa5-4bf6-b46e-47d6562d448f" providerId="ADAL" clId="{3962CF13-7B97-45BC-B54A-22552C19B27B}" dt="2026-07-10T13:03:15.364" v="271" actId="478"/>
          <ac:picMkLst>
            <pc:docMk/>
            <pc:sldMk cId="2151552322" sldId="265"/>
            <ac:picMk id="7" creationId="{2DFE033F-DD6D-1CB2-58E3-5CF5A0D8C40F}"/>
          </ac:picMkLst>
        </pc:picChg>
        <pc:picChg chg="del">
          <ac:chgData name="TAKAI Tetsuma" userId="c3681843-2fa5-4bf6-b46e-47d6562d448f" providerId="ADAL" clId="{3962CF13-7B97-45BC-B54A-22552C19B27B}" dt="2026-07-10T13:03:14.912" v="270" actId="478"/>
          <ac:picMkLst>
            <pc:docMk/>
            <pc:sldMk cId="2151552322" sldId="265"/>
            <ac:picMk id="9" creationId="{64437CC9-5C63-3F10-27BB-97DE89561CBE}"/>
          </ac:picMkLst>
        </pc:picChg>
        <pc:picChg chg="del">
          <ac:chgData name="TAKAI Tetsuma" userId="c3681843-2fa5-4bf6-b46e-47d6562d448f" providerId="ADAL" clId="{3962CF13-7B97-45BC-B54A-22552C19B27B}" dt="2026-07-10T13:03:14.568" v="269" actId="478"/>
          <ac:picMkLst>
            <pc:docMk/>
            <pc:sldMk cId="2151552322" sldId="265"/>
            <ac:picMk id="11" creationId="{C57E47F1-301C-BDC4-F514-76FDE2100E1E}"/>
          </ac:picMkLst>
        </pc:picChg>
        <pc:picChg chg="del">
          <ac:chgData name="TAKAI Tetsuma" userId="c3681843-2fa5-4bf6-b46e-47d6562d448f" providerId="ADAL" clId="{3962CF13-7B97-45BC-B54A-22552C19B27B}" dt="2026-07-10T13:03:14.230" v="268" actId="478"/>
          <ac:picMkLst>
            <pc:docMk/>
            <pc:sldMk cId="2151552322" sldId="265"/>
            <ac:picMk id="13" creationId="{D5C35889-3323-CA13-735B-21B35D87E3A1}"/>
          </ac:picMkLst>
        </pc:picChg>
        <pc:picChg chg="del">
          <ac:chgData name="TAKAI Tetsuma" userId="c3681843-2fa5-4bf6-b46e-47d6562d448f" providerId="ADAL" clId="{3962CF13-7B97-45BC-B54A-22552C19B27B}" dt="2026-07-10T13:03:13.878" v="267" actId="478"/>
          <ac:picMkLst>
            <pc:docMk/>
            <pc:sldMk cId="2151552322" sldId="265"/>
            <ac:picMk id="15" creationId="{9DDB6F86-31EE-B743-ACC6-65BF5AF0E019}"/>
          </ac:picMkLst>
        </pc:picChg>
        <pc:picChg chg="del mod">
          <ac:chgData name="TAKAI Tetsuma" userId="c3681843-2fa5-4bf6-b46e-47d6562d448f" providerId="ADAL" clId="{3962CF13-7B97-45BC-B54A-22552C19B27B}" dt="2026-07-10T18:14:11.233" v="434" actId="478"/>
          <ac:picMkLst>
            <pc:docMk/>
            <pc:sldMk cId="2151552322" sldId="265"/>
            <ac:picMk id="17" creationId="{A9A7FEBB-49D3-B4D9-22C1-B08A164AC536}"/>
          </ac:picMkLst>
        </pc:picChg>
        <pc:picChg chg="mod">
          <ac:chgData name="TAKAI Tetsuma" userId="c3681843-2fa5-4bf6-b46e-47d6562d448f" providerId="ADAL" clId="{3962CF13-7B97-45BC-B54A-22552C19B27B}" dt="2026-07-10T18:15:02.730" v="447" actId="1076"/>
          <ac:picMkLst>
            <pc:docMk/>
            <pc:sldMk cId="2151552322" sldId="265"/>
            <ac:picMk id="19" creationId="{3C34C9C1-7B54-3D44-5AB9-0D9BEAA7B701}"/>
          </ac:picMkLst>
        </pc:picChg>
        <pc:picChg chg="mod">
          <ac:chgData name="TAKAI Tetsuma" userId="c3681843-2fa5-4bf6-b46e-47d6562d448f" providerId="ADAL" clId="{3962CF13-7B97-45BC-B54A-22552C19B27B}" dt="2026-07-10T18:15:00.373" v="446" actId="1076"/>
          <ac:picMkLst>
            <pc:docMk/>
            <pc:sldMk cId="2151552322" sldId="265"/>
            <ac:picMk id="21" creationId="{ADE642C3-8396-4A85-B456-3C8B7A735AA1}"/>
          </ac:picMkLst>
        </pc:picChg>
        <pc:picChg chg="del">
          <ac:chgData name="TAKAI Tetsuma" userId="c3681843-2fa5-4bf6-b46e-47d6562d448f" providerId="ADAL" clId="{3962CF13-7B97-45BC-B54A-22552C19B27B}" dt="2026-07-10T13:01:31.092" v="214" actId="478"/>
          <ac:picMkLst>
            <pc:docMk/>
            <pc:sldMk cId="2151552322" sldId="265"/>
            <ac:picMk id="23" creationId="{48A0BCA4-49DD-9CD6-28C1-3AD6B6C6DF1F}"/>
          </ac:picMkLst>
        </pc:picChg>
        <pc:picChg chg="del">
          <ac:chgData name="TAKAI Tetsuma" userId="c3681843-2fa5-4bf6-b46e-47d6562d448f" providerId="ADAL" clId="{3962CF13-7B97-45BC-B54A-22552C19B27B}" dt="2026-07-10T13:01:30.493" v="213" actId="478"/>
          <ac:picMkLst>
            <pc:docMk/>
            <pc:sldMk cId="2151552322" sldId="265"/>
            <ac:picMk id="25" creationId="{265841AA-7DCC-9627-BCE0-BBE8A8D8D4BB}"/>
          </ac:picMkLst>
        </pc:picChg>
        <pc:picChg chg="del">
          <ac:chgData name="TAKAI Tetsuma" userId="c3681843-2fa5-4bf6-b46e-47d6562d448f" providerId="ADAL" clId="{3962CF13-7B97-45BC-B54A-22552C19B27B}" dt="2026-07-10T13:01:29.956" v="212" actId="478"/>
          <ac:picMkLst>
            <pc:docMk/>
            <pc:sldMk cId="2151552322" sldId="265"/>
            <ac:picMk id="27" creationId="{7666AEC0-5FC7-AEA6-17BB-0567A5C15040}"/>
          </ac:picMkLst>
        </pc:picChg>
        <pc:picChg chg="del mod">
          <ac:chgData name="TAKAI Tetsuma" userId="c3681843-2fa5-4bf6-b46e-47d6562d448f" providerId="ADAL" clId="{3962CF13-7B97-45BC-B54A-22552C19B27B}" dt="2026-07-10T13:01:29.376" v="211" actId="478"/>
          <ac:picMkLst>
            <pc:docMk/>
            <pc:sldMk cId="2151552322" sldId="265"/>
            <ac:picMk id="29" creationId="{25AC149E-2518-44D7-16BD-5695472DD03D}"/>
          </ac:picMkLst>
        </pc:picChg>
      </pc:sldChg>
      <pc:sldChg chg="addSp delSp modSp add mod ord">
        <pc:chgData name="TAKAI Tetsuma" userId="c3681843-2fa5-4bf6-b46e-47d6562d448f" providerId="ADAL" clId="{3962CF13-7B97-45BC-B54A-22552C19B27B}" dt="2026-07-10T18:16:21.206" v="503"/>
        <pc:sldMkLst>
          <pc:docMk/>
          <pc:sldMk cId="1329516082" sldId="266"/>
        </pc:sldMkLst>
        <pc:spChg chg="mod">
          <ac:chgData name="TAKAI Tetsuma" userId="c3681843-2fa5-4bf6-b46e-47d6562d448f" providerId="ADAL" clId="{3962CF13-7B97-45BC-B54A-22552C19B27B}" dt="2026-07-10T18:15:22.958" v="486" actId="20577"/>
          <ac:spMkLst>
            <pc:docMk/>
            <pc:sldMk cId="1329516082" sldId="266"/>
            <ac:spMk id="2" creationId="{6C2E6AB1-534E-A256-22F6-DEA1D7BAD90F}"/>
          </ac:spMkLst>
        </pc:spChg>
        <pc:picChg chg="del">
          <ac:chgData name="TAKAI Tetsuma" userId="c3681843-2fa5-4bf6-b46e-47d6562d448f" providerId="ADAL" clId="{3962CF13-7B97-45BC-B54A-22552C19B27B}" dt="2026-07-10T13:04:47.876" v="277" actId="478"/>
          <ac:picMkLst>
            <pc:docMk/>
            <pc:sldMk cId="1329516082" sldId="266"/>
            <ac:picMk id="5" creationId="{96095301-0DE5-C544-8376-3D83ADF8FC03}"/>
          </ac:picMkLst>
        </pc:picChg>
        <pc:picChg chg="add mod">
          <ac:chgData name="TAKAI Tetsuma" userId="c3681843-2fa5-4bf6-b46e-47d6562d448f" providerId="ADAL" clId="{3962CF13-7B97-45BC-B54A-22552C19B27B}" dt="2026-07-10T18:16:01.135" v="497" actId="1076"/>
          <ac:picMkLst>
            <pc:docMk/>
            <pc:sldMk cId="1329516082" sldId="266"/>
            <ac:picMk id="6" creationId="{3DAA38C3-893C-C8ED-6096-1BF2DA507AFA}"/>
          </ac:picMkLst>
        </pc:picChg>
        <pc:picChg chg="del">
          <ac:chgData name="TAKAI Tetsuma" userId="c3681843-2fa5-4bf6-b46e-47d6562d448f" providerId="ADAL" clId="{3962CF13-7B97-45BC-B54A-22552C19B27B}" dt="2026-07-10T13:04:47.380" v="276" actId="478"/>
          <ac:picMkLst>
            <pc:docMk/>
            <pc:sldMk cId="1329516082" sldId="266"/>
            <ac:picMk id="7" creationId="{265FDA66-3A10-3914-A842-EF998F5802A3}"/>
          </ac:picMkLst>
        </pc:picChg>
        <pc:picChg chg="del">
          <ac:chgData name="TAKAI Tetsuma" userId="c3681843-2fa5-4bf6-b46e-47d6562d448f" providerId="ADAL" clId="{3962CF13-7B97-45BC-B54A-22552C19B27B}" dt="2026-07-10T13:04:46.812" v="275" actId="478"/>
          <ac:picMkLst>
            <pc:docMk/>
            <pc:sldMk cId="1329516082" sldId="266"/>
            <ac:picMk id="9" creationId="{83AD7D42-808E-8176-6982-36716F11680B}"/>
          </ac:picMkLst>
        </pc:picChg>
        <pc:picChg chg="del mod">
          <ac:chgData name="TAKAI Tetsuma" userId="c3681843-2fa5-4bf6-b46e-47d6562d448f" providerId="ADAL" clId="{3962CF13-7B97-45BC-B54A-22552C19B27B}" dt="2026-07-10T13:04:46.383" v="274" actId="478"/>
          <ac:picMkLst>
            <pc:docMk/>
            <pc:sldMk cId="1329516082" sldId="266"/>
            <ac:picMk id="11" creationId="{0AD89146-B94B-D928-4472-CF0551DCEF38}"/>
          </ac:picMkLst>
        </pc:picChg>
        <pc:picChg chg="del mod">
          <ac:chgData name="TAKAI Tetsuma" userId="c3681843-2fa5-4bf6-b46e-47d6562d448f" providerId="ADAL" clId="{3962CF13-7B97-45BC-B54A-22552C19B27B}" dt="2026-07-10T18:15:40.052" v="488" actId="478"/>
          <ac:picMkLst>
            <pc:docMk/>
            <pc:sldMk cId="1329516082" sldId="266"/>
            <ac:picMk id="13" creationId="{657A4E43-0533-60E9-0105-A46506F67F0C}"/>
          </ac:picMkLst>
        </pc:picChg>
        <pc:picChg chg="mod">
          <ac:chgData name="TAKAI Tetsuma" userId="c3681843-2fa5-4bf6-b46e-47d6562d448f" providerId="ADAL" clId="{3962CF13-7B97-45BC-B54A-22552C19B27B}" dt="2026-07-10T18:15:59.187" v="496" actId="1076"/>
          <ac:picMkLst>
            <pc:docMk/>
            <pc:sldMk cId="1329516082" sldId="266"/>
            <ac:picMk id="15" creationId="{6C3B075E-E3AD-FC28-6A71-9337B4B78513}"/>
          </ac:picMkLst>
        </pc:picChg>
        <pc:picChg chg="del">
          <ac:chgData name="TAKAI Tetsuma" userId="c3681843-2fa5-4bf6-b46e-47d6562d448f" providerId="ADAL" clId="{3962CF13-7B97-45BC-B54A-22552C19B27B}" dt="2026-07-10T13:01:55.240" v="227" actId="478"/>
          <ac:picMkLst>
            <pc:docMk/>
            <pc:sldMk cId="1329516082" sldId="266"/>
            <ac:picMk id="17" creationId="{36644409-DFAE-BDCA-FCB3-B26C581FFC23}"/>
          </ac:picMkLst>
        </pc:picChg>
        <pc:picChg chg="del">
          <ac:chgData name="TAKAI Tetsuma" userId="c3681843-2fa5-4bf6-b46e-47d6562d448f" providerId="ADAL" clId="{3962CF13-7B97-45BC-B54A-22552C19B27B}" dt="2026-07-10T13:01:53.829" v="226" actId="478"/>
          <ac:picMkLst>
            <pc:docMk/>
            <pc:sldMk cId="1329516082" sldId="266"/>
            <ac:picMk id="19" creationId="{1721B22B-0E44-DB5B-B5F0-9513A8CF3016}"/>
          </ac:picMkLst>
        </pc:picChg>
        <pc:picChg chg="del">
          <ac:chgData name="TAKAI Tetsuma" userId="c3681843-2fa5-4bf6-b46e-47d6562d448f" providerId="ADAL" clId="{3962CF13-7B97-45BC-B54A-22552C19B27B}" dt="2026-07-10T13:01:53.248" v="225" actId="478"/>
          <ac:picMkLst>
            <pc:docMk/>
            <pc:sldMk cId="1329516082" sldId="266"/>
            <ac:picMk id="21" creationId="{7743DBE5-602D-9191-D7F3-8539B34A5DF4}"/>
          </ac:picMkLst>
        </pc:picChg>
      </pc:sldChg>
      <pc:sldChg chg="delSp modSp add mod">
        <pc:chgData name="TAKAI Tetsuma" userId="c3681843-2fa5-4bf6-b46e-47d6562d448f" providerId="ADAL" clId="{3962CF13-7B97-45BC-B54A-22552C19B27B}" dt="2026-07-10T18:17:25.691" v="524" actId="20577"/>
        <pc:sldMkLst>
          <pc:docMk/>
          <pc:sldMk cId="1090874826" sldId="267"/>
        </pc:sldMkLst>
        <pc:spChg chg="mod">
          <ac:chgData name="TAKAI Tetsuma" userId="c3681843-2fa5-4bf6-b46e-47d6562d448f" providerId="ADAL" clId="{3962CF13-7B97-45BC-B54A-22552C19B27B}" dt="2026-07-10T18:17:25.691" v="524" actId="20577"/>
          <ac:spMkLst>
            <pc:docMk/>
            <pc:sldMk cId="1090874826" sldId="267"/>
            <ac:spMk id="2" creationId="{D7922E5E-9820-0CA7-0F56-E4D801913551}"/>
          </ac:spMkLst>
        </pc:spChg>
        <pc:picChg chg="del mod">
          <ac:chgData name="TAKAI Tetsuma" userId="c3681843-2fa5-4bf6-b46e-47d6562d448f" providerId="ADAL" clId="{3962CF13-7B97-45BC-B54A-22552C19B27B}" dt="2026-07-10T18:17:02.228" v="506" actId="478"/>
          <ac:picMkLst>
            <pc:docMk/>
            <pc:sldMk cId="1090874826" sldId="267"/>
            <ac:picMk id="5" creationId="{97DB5B89-4584-D9C2-70AC-B17E330EE11F}"/>
          </ac:picMkLst>
        </pc:picChg>
        <pc:picChg chg="mod">
          <ac:chgData name="TAKAI Tetsuma" userId="c3681843-2fa5-4bf6-b46e-47d6562d448f" providerId="ADAL" clId="{3962CF13-7B97-45BC-B54A-22552C19B27B}" dt="2026-07-10T18:17:17.607" v="510" actId="1076"/>
          <ac:picMkLst>
            <pc:docMk/>
            <pc:sldMk cId="1090874826" sldId="267"/>
            <ac:picMk id="7" creationId="{EEB96B31-0FDF-AA56-D6F8-A31A7E6ACDCD}"/>
          </ac:picMkLst>
        </pc:picChg>
        <pc:picChg chg="del mod">
          <ac:chgData name="TAKAI Tetsuma" userId="c3681843-2fa5-4bf6-b46e-47d6562d448f" providerId="ADAL" clId="{3962CF13-7B97-45BC-B54A-22552C19B27B}" dt="2026-07-10T18:16:45.018" v="504" actId="478"/>
          <ac:picMkLst>
            <pc:docMk/>
            <pc:sldMk cId="1090874826" sldId="267"/>
            <ac:picMk id="9" creationId="{FAD4693C-3319-0DB5-BC3F-B1C75A7AAD7C}"/>
          </ac:picMkLst>
        </pc:picChg>
        <pc:picChg chg="mod">
          <ac:chgData name="TAKAI Tetsuma" userId="c3681843-2fa5-4bf6-b46e-47d6562d448f" providerId="ADAL" clId="{3962CF13-7B97-45BC-B54A-22552C19B27B}" dt="2026-07-10T18:17:14.720" v="509" actId="1076"/>
          <ac:picMkLst>
            <pc:docMk/>
            <pc:sldMk cId="1090874826" sldId="267"/>
            <ac:picMk id="11" creationId="{8BFEE538-F073-E4C2-8B03-7D3533B1AE22}"/>
          </ac:picMkLst>
        </pc:picChg>
        <pc:picChg chg="del">
          <ac:chgData name="TAKAI Tetsuma" userId="c3681843-2fa5-4bf6-b46e-47d6562d448f" providerId="ADAL" clId="{3962CF13-7B97-45BC-B54A-22552C19B27B}" dt="2026-07-10T13:02:28.730" v="238" actId="478"/>
          <ac:picMkLst>
            <pc:docMk/>
            <pc:sldMk cId="1090874826" sldId="267"/>
            <ac:picMk id="13" creationId="{4A999195-F042-642C-1FC7-2CDD2D766E2F}"/>
          </ac:picMkLst>
        </pc:picChg>
        <pc:picChg chg="del">
          <ac:chgData name="TAKAI Tetsuma" userId="c3681843-2fa5-4bf6-b46e-47d6562d448f" providerId="ADAL" clId="{3962CF13-7B97-45BC-B54A-22552C19B27B}" dt="2026-07-10T13:02:29.603" v="239" actId="478"/>
          <ac:picMkLst>
            <pc:docMk/>
            <pc:sldMk cId="1090874826" sldId="267"/>
            <ac:picMk id="15" creationId="{A9F32293-FFE8-4114-4D85-9F9E1516CB0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F250A-DA75-49DF-9BC2-B4495530883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D840-82FA-40AE-9F62-04272E0FC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1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D6E91-52DE-A047-06E2-58419E10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3B5C11D-45E3-466B-4620-3BB0BEC67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D2F8E1E-7A5F-5532-2CE3-FAD4B3D78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ブツ白　ブツ黒　ヘコ黒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1734658-658A-CDF4-A154-786459790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D840-82FA-40AE-9F62-04272E0FC0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39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CE9B7-5163-AECC-456E-AF5F426BD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A504DE8-1AA6-C443-5FD8-5638A5BED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8ED9079-B098-1069-0A5D-38279DBA0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左</a:t>
            </a:r>
            <a:r>
              <a:rPr lang="en-US" altLang="ja-JP" dirty="0"/>
              <a:t>1</a:t>
            </a:r>
            <a:r>
              <a:rPr lang="ja-JP" altLang="en-US" dirty="0"/>
              <a:t>枚　右</a:t>
            </a:r>
            <a:r>
              <a:rPr lang="en-US" altLang="ja-JP" dirty="0"/>
              <a:t>2</a:t>
            </a:r>
            <a:r>
              <a:rPr lang="ja-JP" altLang="en-US" dirty="0"/>
              <a:t>枚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BB8BDF-2520-FF4D-01C1-4D953192D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D840-82FA-40AE-9F62-04272E0FC0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18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97152-4F94-1B68-5A12-6618A60F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E561067-9BD7-5C16-494B-CBBC4A1C6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3011BC1-DC21-F72F-FFD4-7D2E2293E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左</a:t>
            </a:r>
            <a:r>
              <a:rPr lang="en-US" altLang="ja-JP" dirty="0"/>
              <a:t>1</a:t>
            </a:r>
            <a:r>
              <a:rPr lang="ja-JP" altLang="en-US" dirty="0"/>
              <a:t>枚　右</a:t>
            </a:r>
            <a:r>
              <a:rPr lang="en-US" altLang="ja-JP" dirty="0"/>
              <a:t>2</a:t>
            </a:r>
            <a:r>
              <a:rPr lang="ja-JP" altLang="en-US" dirty="0"/>
              <a:t>枚</a:t>
            </a:r>
            <a:endParaRPr lang="en-US" altLang="ja-JP" dirty="0"/>
          </a:p>
          <a:p>
            <a:endParaRPr lang="en-US" dirty="0"/>
          </a:p>
          <a:p>
            <a:r>
              <a:rPr lang="ja-JP" altLang="en-US" dirty="0"/>
              <a:t>文字もう少し大きくする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A5CDD0-B1F4-7DF4-40A1-E7CCC3DCA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D840-82FA-40AE-9F62-04272E0FC0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96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横レンズ　縦角度</a:t>
            </a:r>
            <a:endParaRPr lang="en-US" altLang="ja-JP" dirty="0"/>
          </a:p>
          <a:p>
            <a:endParaRPr lang="en-US" dirty="0"/>
          </a:p>
          <a:p>
            <a:endParaRPr lang="en-US" dirty="0"/>
          </a:p>
          <a:p>
            <a:r>
              <a:rPr lang="ja-JP" altLang="en-US" dirty="0"/>
              <a:t>条件まで教える必要はない</a:t>
            </a:r>
            <a:endParaRPr lang="en-US" altLang="ja-JP" dirty="0"/>
          </a:p>
          <a:p>
            <a:endParaRPr lang="en-US" dirty="0"/>
          </a:p>
          <a:p>
            <a:r>
              <a:rPr lang="ja-JP" altLang="en-US" dirty="0"/>
              <a:t>例えば角度を</a:t>
            </a:r>
            <a:r>
              <a:rPr lang="en-US" altLang="ja-JP" dirty="0" err="1"/>
              <a:t>xyz</a:t>
            </a:r>
            <a:r>
              <a:rPr lang="ja-JP" altLang="en-US"/>
              <a:t>とかにする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D840-82FA-40AE-9F62-04272E0FC0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47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B65B5-15C8-F676-33F5-559555F4B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3B4249D-7635-79D3-3F72-7192D8ED1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D9956DC-CC43-3FFD-ADC7-744BF4FAF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ブツ白　ブツ黒　ヘコ黒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4ED49B-22E4-585F-A918-D7B8F09F1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D840-82FA-40AE-9F62-04272E0FC0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58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680DA-BE6A-CBC7-6775-C6F9DD730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25275D9-355A-0FC1-7847-C780AE92D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315E9A7-5EE6-0BFD-0B1A-C8A16DE58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ブツ白　ブツ黒　ヘコ黒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0EA30E-7D14-4104-E5DF-CA0BAB38A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D840-82FA-40AE-9F62-04272E0FC0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017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0CF43-2550-EAEA-9395-EA172B180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F4F6EC2-508D-A001-21EC-FA195BA11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8D52563-4703-169F-583E-D4BEB8207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ブツ白　ブツ黒　ヘコ黒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DB7F37-1710-0C64-7753-81CF236D7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D840-82FA-40AE-9F62-04272E0FC0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45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33FFA-5A88-68F5-D9BC-57D9759C3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EEF7EFA-C5EF-372F-E95E-477BB5355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7E2089A-8EAE-3593-E562-DD30C8FB9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ブツ白　ブツ黒　ヘコ黒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939258-B708-E252-4FC8-584EBE34D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D840-82FA-40AE-9F62-04272E0FC0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93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564080-AE6D-97DD-4D1B-7FB6C84D4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DFA86B-489E-B385-6ED3-3C7766DA24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C274C6-BEB7-F6B2-98A2-7660D8DAD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0C60B-A957-4816-AA2B-0E94DC693A0E}" type="datetime1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7F843F-F6FD-399A-B1B3-B8D161CB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419C91-249A-4901-97B6-AE807F61E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5565" y="6188765"/>
            <a:ext cx="783041" cy="669235"/>
          </a:xfrm>
        </p:spPr>
        <p:txBody>
          <a:bodyPr/>
          <a:lstStyle>
            <a:lvl1pPr>
              <a:defRPr sz="2400"/>
            </a:lvl1pPr>
          </a:lstStyle>
          <a:p>
            <a:fld id="{5D30DD88-1B45-4B8C-8A14-6836CFEEB287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381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プレースホルダー 1">
            <a:extLst>
              <a:ext uri="{FF2B5EF4-FFF2-40B4-BE49-F238E27FC236}">
                <a16:creationId xmlns:a16="http://schemas.microsoft.com/office/drawing/2014/main" id="{21601BF9-4070-93E0-77C5-F7C669F0E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7434676B-24E5-6E4F-0265-B1555FB0D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9" name="日付プレースホルダー 3">
            <a:extLst>
              <a:ext uri="{FF2B5EF4-FFF2-40B4-BE49-F238E27FC236}">
                <a16:creationId xmlns:a16="http://schemas.microsoft.com/office/drawing/2014/main" id="{A8F4E7E5-55BB-70E3-A27B-BA576CD27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E5C1F-17CB-47F0-8FAD-F2A2D45D38C6}" type="datetime1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10" name="フッター プレースホルダー 4">
            <a:extLst>
              <a:ext uri="{FF2B5EF4-FFF2-40B4-BE49-F238E27FC236}">
                <a16:creationId xmlns:a16="http://schemas.microsoft.com/office/drawing/2014/main" id="{83DBCCDA-2FC2-D2FE-734F-CE8FDC22DB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1C3E9CAE-DD1C-3872-4D8A-2242EC9FE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5322" y="6176963"/>
            <a:ext cx="743284" cy="68103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5D30DD88-1B45-4B8C-8A14-6836CFEEB287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3552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B5F38E-1670-8E05-DBDD-04470FF2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288416-30ED-F555-F442-98A5E1D49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5C6FAC-7868-1892-C3F6-E9E2BC127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35484-DBD5-4C6A-8097-50F9A6AFE41B}" type="datetime1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596AEF-3196-DD66-EA83-09DE60151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CF42EF-897C-3F09-27C8-137A5E76B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90863"/>
            <a:ext cx="483919" cy="467137"/>
          </a:xfrm>
          <a:solidFill>
            <a:schemeClr val="tx2">
              <a:lumMod val="50000"/>
              <a:lumOff val="5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5D30DD88-1B45-4B8C-8A14-6836CFEEB287}" type="slidenum">
              <a:rPr lang="ja-JP" altLang="en-US" smtClean="0"/>
              <a:pPr algn="ctr"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05193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4B42B0-57C9-69BF-7F38-98C19ABFA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CFBF47-F28B-C879-E298-59C10D7DE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271228-3D78-5838-B2B4-5AB0826B3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8FF1F5-18E5-3F25-DDCF-9BE531356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F7F74-8271-47A9-83B9-7CD42D155845}" type="datetime1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D16328-39F8-6FA9-71F7-66A142FA8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DD15C0-2A0C-5C98-3876-90921604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DD88-1B45-4B8C-8A14-6836CFEEB2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56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A87F1F-EB89-DF74-0C86-D67EB2A1B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51E9C6-58B5-E443-1CBA-15DEE201A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58AF51B-FC89-9B3A-A9D1-3106C4337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4D7AD26-6BF7-A3BE-9F40-B1EA18638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5D7E42E-FFA7-B00A-E875-C72794BD5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9361748-ADC5-72B5-EC0F-86A52D9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4C89-1F5E-4F00-85A9-DED4A7474A20}" type="datetime1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7258D1C-8AEF-64BF-76B8-778FAE9F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A06D6C9-7BD9-38EF-1019-7D6399FE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DD88-1B45-4B8C-8A14-6836CFEEB2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608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F43E02-8062-CC56-F5E7-54F78877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89B822-7760-A317-1555-AE5BA424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A6BC-BA53-453C-9EE8-BAFF145F5576}" type="datetime1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92A488-1D28-7B00-8008-1ECFBAD76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19BBB68-56A3-6696-63A8-19018E223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DD88-1B45-4B8C-8A14-6836CFEEB2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507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835BAFB-2E5E-AFA3-03C9-0BDDA1482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26846-C876-47EC-A5A5-A34F6EA5E493}" type="datetime1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0E4F78D-4590-2A8A-845A-AB96D11C7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57CDF9-C426-729C-FA57-C178420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DD88-1B45-4B8C-8A14-6836CFEEB2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9915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811944-2F68-C847-ECD2-FAE2EB2EE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14C2DB-905C-D3B7-8465-78B5B6F4E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01F155-7D24-54A8-DAC4-BDE20FC99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321F08-F801-DEFF-186E-E406DDBC2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4BCF4-9973-4253-AF21-DB4E8037132F}" type="datetime1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F19AD0-175A-D1CB-5CAF-B410CA8F2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4EF6DF-2EB0-E149-320D-B1415A93D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DD88-1B45-4B8C-8A14-6836CFEEB2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636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D294CB-D791-0CA4-6508-486ABD1F2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3EFA2E6-20F4-648F-3366-AF433CD5C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9D76D39-E28D-57BF-4DA3-E955CF9BD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40C947-8962-8E26-5B46-E440A966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3B07-CBD1-4475-8809-39DDA610975D}" type="datetime1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D15C47E-927F-5122-08C2-9812D9091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7E1A8C-2FC9-3BE1-35D2-0FE821290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DD88-1B45-4B8C-8A14-6836CFEEB2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818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851F1B-F103-2653-7DFE-D8F542B23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E215882-4C16-2ABB-E993-BECA94B42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0C41DD-B6DD-4C73-2BA2-24F5AEBD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D26D-00EF-477B-BA64-3F6E61D4020E}" type="datetime1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6F1641-19DC-EE8E-FF46-C5065654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D9BB8B-FE68-75F4-8FB6-2C6EF1DB5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DD88-1B45-4B8C-8A14-6836CFEEB2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960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12C7C19-04C3-62F1-DBEB-7DE30047B6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4D4F39-8CEF-3C99-FB8A-B0B87283F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739249-D1F0-23A8-4B8F-049C06E6A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A64BE-62A0-4B8A-839F-3505AAC2EB76}" type="datetime1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B93AA4-2E9A-31B0-CCCB-6D13D7272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522603-F6EE-0A40-AF8C-5D30B8F56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DD88-1B45-4B8C-8A14-6836CFEEB2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6789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7B0CEFE-7179-81D7-1361-CA4B0A42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D0671E-AACA-8021-65C5-13832E920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85B2BF-D992-0777-3B3F-F9C0543F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E5C1F-17CB-47F0-8FAD-F2A2D45D38C6}" type="datetime1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08FE2F-39F0-D33B-5440-53C3B14D0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4D6820-22BF-D036-1B74-2E8D0E3AD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86038"/>
            <a:ext cx="494806" cy="47196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D30DD88-1B45-4B8C-8A14-6836CFEEB287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0176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tx2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4502B-64B4-9991-0B47-9B558FDEF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2E6AB1-534E-A256-22F6-DEA1D7BAD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比較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882029-C356-849F-1817-A0932A5B6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30DD88-1B45-4B8C-8A14-6836CFEEB287}" type="slidenum">
              <a:rPr lang="ja-JP" altLang="en-US" smtClean="0"/>
              <a:pPr/>
              <a:t>1</a:t>
            </a:fld>
            <a:endParaRPr lang="ja-JP" altLang="en-US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6C3B075E-E3AD-FC28-6A71-9337B4B78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56250"/>
            <a:ext cx="4194000" cy="31455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3DAA38C3-893C-C8ED-6096-1BF2DA507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322" y="1856250"/>
            <a:ext cx="4194000" cy="314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16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8FCAE-7347-3B34-106D-F6CFBB5CE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799445-22B0-48DA-3C21-3A3DB6F7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OHP</a:t>
            </a:r>
            <a:r>
              <a:rPr kumimoji="1" lang="ja-JP" altLang="en-US" dirty="0"/>
              <a:t>シート枚数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37CC713-1D4D-705A-B683-85745BD66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30DD88-1B45-4B8C-8A14-6836CFEEB287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A9EEDA3-82B2-74BF-8AF1-9D89BD9C7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575" y="1300164"/>
            <a:ext cx="3673475" cy="2755106"/>
          </a:xfrm>
          <a:prstGeom prst="rect">
            <a:avLst/>
          </a:prstGeom>
        </p:spPr>
      </p:pic>
      <p:pic>
        <p:nvPicPr>
          <p:cNvPr id="12" name="コンテンツ プレースホルダー 11">
            <a:extLst>
              <a:ext uri="{FF2B5EF4-FFF2-40B4-BE49-F238E27FC236}">
                <a16:creationId xmlns:a16="http://schemas.microsoft.com/office/drawing/2014/main" id="{BFB6027E-8BDC-48CE-154B-C4E95EA59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50" y="1300164"/>
            <a:ext cx="3673475" cy="2755106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F830D385-29FE-7297-34FE-02EB840014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102894"/>
            <a:ext cx="3673475" cy="275510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9E01279E-C3A2-7C79-EE44-7BABB3C5A0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50" y="4102892"/>
            <a:ext cx="3673475" cy="275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0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55FF5-4E56-EF24-B769-FA79D132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1C08B7-DAA2-BA53-62FD-279A3F08B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ja-JP" altLang="en-US" dirty="0"/>
              <a:t>カメラ比較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0DD62B-0656-E323-EF99-E5E0CD03F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5322" y="6176963"/>
            <a:ext cx="743284" cy="68103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D30DD88-1B45-4B8C-8A14-6836CFEEB287}" type="slidenum">
              <a:rPr lang="ja-JP" altLang="en-US" smtClean="0"/>
              <a:pPr>
                <a:spcAft>
                  <a:spcPts val="600"/>
                </a:spcAft>
              </a:pPr>
              <a:t>3</a:t>
            </a:fld>
            <a:endParaRPr lang="ja-JP" altLang="en-US"/>
          </a:p>
        </p:txBody>
      </p:sp>
      <p:graphicFrame>
        <p:nvGraphicFramePr>
          <p:cNvPr id="160" name="Table 16">
            <a:extLst>
              <a:ext uri="{FF2B5EF4-FFF2-40B4-BE49-F238E27FC236}">
                <a16:creationId xmlns:a16="http://schemas.microsoft.com/office/drawing/2014/main" id="{207287ED-7C49-F32F-F8DE-6AB058064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396917"/>
              </p:ext>
            </p:extLst>
          </p:nvPr>
        </p:nvGraphicFramePr>
        <p:xfrm>
          <a:off x="1" y="1690688"/>
          <a:ext cx="12125327" cy="330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5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1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351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型番</a:t>
                      </a:r>
                    </a:p>
                  </a:txBody>
                  <a:tcPr anchor="ctr">
                    <a:solidFill>
                      <a:srgbClr val="235CB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焦点距離</a:t>
                      </a:r>
                    </a:p>
                  </a:txBody>
                  <a:tcPr anchor="ctr">
                    <a:solidFill>
                      <a:srgbClr val="235CB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画角（1.1型 V×H）</a:t>
                      </a:r>
                    </a:p>
                  </a:txBody>
                  <a:tcPr anchor="ctr">
                    <a:solidFill>
                      <a:srgbClr val="235CB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最近接距離</a:t>
                      </a:r>
                    </a:p>
                  </a:txBody>
                  <a:tcPr anchor="ctr">
                    <a:solidFill>
                      <a:srgbClr val="235CB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F No. / サイズ</a:t>
                      </a:r>
                    </a:p>
                  </a:txBody>
                  <a:tcPr anchor="ctr">
                    <a:solidFill>
                      <a:srgbClr val="235CB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選定目安</a:t>
                      </a:r>
                    </a:p>
                  </a:txBody>
                  <a:tcPr anchor="ctr">
                    <a:solidFill>
                      <a:srgbClr val="235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0896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18273F"/>
                          </a:solidFill>
                          <a:latin typeface="Yu Gothic"/>
                        </a:rPr>
                        <a:t>VS-HVA2524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202B3B"/>
                          </a:solidFill>
                          <a:latin typeface="Yu Gothic"/>
                        </a:rPr>
                        <a:t>25 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202B3B"/>
                          </a:solidFill>
                          <a:latin typeface="Yu Gothic"/>
                        </a:rPr>
                        <a:t>23.1° × 31.3°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202B3B"/>
                          </a:solidFill>
                          <a:latin typeface="Yu Gothic"/>
                        </a:rPr>
                        <a:t>100 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202B3B"/>
                          </a:solidFill>
                          <a:latin typeface="Yu Gothic"/>
                        </a:rPr>
                        <a:t>F2.4 / 116g / 45mm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02B3B"/>
                          </a:solidFill>
                          <a:latin typeface="Yu Gothic"/>
                        </a:rPr>
                        <a:t>広い範囲を撮りたい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202B3B"/>
                          </a:solidFill>
                          <a:latin typeface="Yu Gothic"/>
                        </a:rPr>
                        <a:t>近距離で使いたい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0896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18273F"/>
                          </a:solidFill>
                          <a:latin typeface="Yu Gothic"/>
                        </a:rPr>
                        <a:t>VS-HVA3522</a:t>
                      </a:r>
                    </a:p>
                  </a:txBody>
                  <a:tcPr anchor="ctr">
                    <a:solidFill>
                      <a:srgbClr val="F6F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202B3B"/>
                          </a:solidFill>
                          <a:latin typeface="Yu Gothic"/>
                        </a:rPr>
                        <a:t>35 mm</a:t>
                      </a:r>
                    </a:p>
                  </a:txBody>
                  <a:tcPr anchor="ctr">
                    <a:solidFill>
                      <a:srgbClr val="F6F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202B3B"/>
                          </a:solidFill>
                          <a:latin typeface="Yu Gothic"/>
                        </a:rPr>
                        <a:t>16.7° × 22.7°</a:t>
                      </a:r>
                    </a:p>
                  </a:txBody>
                  <a:tcPr anchor="ctr">
                    <a:solidFill>
                      <a:srgbClr val="F6F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202B3B"/>
                          </a:solidFill>
                          <a:latin typeface="Yu Gothic"/>
                        </a:rPr>
                        <a:t>200 mm</a:t>
                      </a:r>
                    </a:p>
                  </a:txBody>
                  <a:tcPr anchor="ctr">
                    <a:solidFill>
                      <a:srgbClr val="F6F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 dirty="0">
                          <a:solidFill>
                            <a:schemeClr val="tx1"/>
                          </a:solidFill>
                          <a:latin typeface="Yu Gothic"/>
                        </a:rPr>
                        <a:t>F2.2 / 122g / 48.5mm</a:t>
                      </a:r>
                    </a:p>
                  </a:txBody>
                  <a:tcPr anchor="ctr">
                    <a:solidFill>
                      <a:srgbClr val="F6F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02B3B"/>
                          </a:solidFill>
                          <a:latin typeface="Yu Gothic"/>
                        </a:rPr>
                        <a:t>視野と拡大率のバランス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202B3B"/>
                          </a:solidFill>
                          <a:latin typeface="Yu Gothic"/>
                        </a:rPr>
                        <a:t>3本中で最も明るい</a:t>
                      </a:r>
                    </a:p>
                  </a:txBody>
                  <a:tcPr anchor="ctr">
                    <a:solidFill>
                      <a:srgbClr val="F6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0896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18273F"/>
                          </a:solidFill>
                          <a:latin typeface="Yu Gothic"/>
                        </a:rPr>
                        <a:t>VS-HVA5024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202B3B"/>
                          </a:solidFill>
                          <a:latin typeface="Yu Gothic"/>
                        </a:rPr>
                        <a:t>50 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202B3B"/>
                          </a:solidFill>
                          <a:latin typeface="Yu Gothic"/>
                        </a:rPr>
                        <a:t>12.0° × 16.4°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202B3B"/>
                          </a:solidFill>
                          <a:latin typeface="Yu Gothic"/>
                        </a:rPr>
                        <a:t>200 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202B3B"/>
                          </a:solidFill>
                          <a:latin typeface="Yu Gothic"/>
                        </a:rPr>
                        <a:t>F2.4 / 142g / 57.5mm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 err="1">
                          <a:solidFill>
                            <a:srgbClr val="202B3B"/>
                          </a:solidFill>
                          <a:latin typeface="Yu Gothic"/>
                        </a:rPr>
                        <a:t>対象を大きく写したい</a:t>
                      </a:r>
                      <a:endParaRPr sz="1000" dirty="0">
                        <a:solidFill>
                          <a:srgbClr val="202B3B"/>
                        </a:solidFill>
                        <a:latin typeface="Yu Gothic"/>
                      </a:endParaRPr>
                    </a:p>
                    <a:p>
                      <a:pPr algn="l"/>
                      <a:r>
                        <a:rPr sz="1000" dirty="0" err="1">
                          <a:solidFill>
                            <a:srgbClr val="202B3B"/>
                          </a:solidFill>
                          <a:latin typeface="Yu Gothic"/>
                        </a:rPr>
                        <a:t>視野を絞りたい</a:t>
                      </a:r>
                      <a:endParaRPr sz="1000" dirty="0">
                        <a:solidFill>
                          <a:srgbClr val="202B3B"/>
                        </a:solidFill>
                        <a:latin typeface="Yu Gothi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4304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5A9025CA-D30F-FDD9-CA60-2A9D3F6F5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621935"/>
              </p:ext>
            </p:extLst>
          </p:nvPr>
        </p:nvGraphicFramePr>
        <p:xfrm>
          <a:off x="0" y="-2"/>
          <a:ext cx="12192000" cy="68580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990520978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74704383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3922459405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3681857362"/>
                    </a:ext>
                  </a:extLst>
                </a:gridCol>
              </a:tblGrid>
              <a:tr h="461939"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2524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3522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5024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634889"/>
                  </a:ext>
                </a:extLst>
              </a:tr>
              <a:tr h="213202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65°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635873"/>
                  </a:ext>
                </a:extLst>
              </a:tr>
              <a:tr h="213202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70°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154044"/>
                  </a:ext>
                </a:extLst>
              </a:tr>
              <a:tr h="213202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80°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931000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B6F302-3E95-2693-8072-B327412C4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30DD88-1B45-4B8C-8A14-6836CFEEB287}" type="slidenum">
              <a:rPr lang="ja-JP" altLang="en-US" smtClean="0"/>
              <a:pPr/>
              <a:t>4</a:t>
            </a:fld>
            <a:endParaRPr lang="ja-JP" altLang="en-US"/>
          </a:p>
        </p:txBody>
      </p:sp>
      <p:pic>
        <p:nvPicPr>
          <p:cNvPr id="12" name="コンテンツ プレースホルダー 11">
            <a:extLst>
              <a:ext uri="{FF2B5EF4-FFF2-40B4-BE49-F238E27FC236}">
                <a16:creationId xmlns:a16="http://schemas.microsoft.com/office/drawing/2014/main" id="{362555DF-DDCC-1D64-0E44-56681ECB3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06" y="2725200"/>
            <a:ext cx="2452518" cy="1839389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3D82873D-47F0-A26A-19D2-4D4D2F9E47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227" y="2725200"/>
            <a:ext cx="2469219" cy="1851914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710DCB67-9C8B-0F9C-E825-C3712D87C0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987" y="2725202"/>
            <a:ext cx="2452516" cy="1839387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D1AEB6E6-C1E1-462C-A479-0451162A7D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57" y="669918"/>
            <a:ext cx="2452516" cy="1839387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E65DAAEE-B33A-78CA-B4AA-ECCA0C438F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07" y="669917"/>
            <a:ext cx="2452517" cy="1839388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978BBE7C-71FB-EBBB-617E-FB22AF8885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358" y="663652"/>
            <a:ext cx="2452518" cy="1839389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D138B15E-3835-CB8E-7645-9FA0313B05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153" y="4780485"/>
            <a:ext cx="2469220" cy="1851915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3277A7A-5119-83AC-7BE6-28807CE680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06" y="4780484"/>
            <a:ext cx="2452518" cy="183938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C48B31B-8A1D-3CDF-5529-8D6036DA41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227" y="4791599"/>
            <a:ext cx="2469220" cy="185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422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94AE2-5827-67C1-460D-3F7D8EE7E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3370AD9F-3BA1-C9AD-6A8D-D7C6195C0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189957"/>
              </p:ext>
            </p:extLst>
          </p:nvPr>
        </p:nvGraphicFramePr>
        <p:xfrm>
          <a:off x="127000" y="1379489"/>
          <a:ext cx="10978322" cy="51133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9460">
                  <a:extLst>
                    <a:ext uri="{9D8B030D-6E8A-4147-A177-3AD203B41FA5}">
                      <a16:colId xmlns:a16="http://schemas.microsoft.com/office/drawing/2014/main" val="2180472167"/>
                    </a:ext>
                  </a:extLst>
                </a:gridCol>
                <a:gridCol w="3464978">
                  <a:extLst>
                    <a:ext uri="{9D8B030D-6E8A-4147-A177-3AD203B41FA5}">
                      <a16:colId xmlns:a16="http://schemas.microsoft.com/office/drawing/2014/main" val="743492592"/>
                    </a:ext>
                  </a:extLst>
                </a:gridCol>
                <a:gridCol w="3411942">
                  <a:extLst>
                    <a:ext uri="{9D8B030D-6E8A-4147-A177-3AD203B41FA5}">
                      <a16:colId xmlns:a16="http://schemas.microsoft.com/office/drawing/2014/main" val="544342392"/>
                    </a:ext>
                  </a:extLst>
                </a:gridCol>
                <a:gridCol w="3411942">
                  <a:extLst>
                    <a:ext uri="{9D8B030D-6E8A-4147-A177-3AD203B41FA5}">
                      <a16:colId xmlns:a16="http://schemas.microsoft.com/office/drawing/2014/main" val="3569918705"/>
                    </a:ext>
                  </a:extLst>
                </a:gridCol>
              </a:tblGrid>
              <a:tr h="6822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/>
                        <a:t>ブツ</a:t>
                      </a:r>
                      <a:r>
                        <a:rPr lang="en-US" altLang="ja-JP" dirty="0"/>
                        <a:t>(</a:t>
                      </a:r>
                      <a:r>
                        <a:rPr lang="ja-JP" altLang="en-US" dirty="0"/>
                        <a:t>白</a:t>
                      </a:r>
                      <a:r>
                        <a:rPr lang="en-US" altLang="ja-JP" dirty="0"/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/>
                        <a:t>ブツ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/>
                        <a:t>ヘコ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852297"/>
                  </a:ext>
                </a:extLst>
              </a:tr>
              <a:tr h="22155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803556"/>
                  </a:ext>
                </a:extLst>
              </a:tr>
              <a:tr h="22155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0681525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49956474-9BC0-3DC5-3A96-D30BE6F1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他欠陥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8A9D39B-28AF-92C0-0A88-FB1421E11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30DD88-1B45-4B8C-8A14-6836CFEEB287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B35F709-95A6-6067-1F68-13DC34BCA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306" y="4386849"/>
            <a:ext cx="2634104" cy="197557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4E99681-BD42-E147-164E-1CA2EAC45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305" y="2131452"/>
            <a:ext cx="2634104" cy="1975578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3BC9B9E6-F9B6-7539-D3E5-6348A12AA8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438" y="4386847"/>
            <a:ext cx="2634105" cy="1975579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ACA96720-C011-D4FF-CF31-5287DEA488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572" y="4386847"/>
            <a:ext cx="2634105" cy="1975579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FFE436E4-A99C-92D0-60C8-8D80547D92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438" y="2131452"/>
            <a:ext cx="2634103" cy="197557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2BE9732-51F9-8D74-889C-2B9D4AC921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9572" y="2131452"/>
            <a:ext cx="2609314" cy="19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43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EF406-1E43-D18F-ACDA-E1FD2B1A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7D8E55-DCB4-4E88-B88E-DECFB482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ブツ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AC10AA-4D01-43CA-F435-E90F87713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30DD88-1B45-4B8C-8A14-6836CFEEB287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3787CDBA-EEFE-F574-5E31-4E1817B40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782" y="1855672"/>
            <a:ext cx="4195540" cy="3146655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F79D4257-8057-3A70-F770-46B7FF1E71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55671"/>
            <a:ext cx="4195540" cy="314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52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86D-3B84-973D-37B1-6CF0F013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9D79CB-AA23-E3B9-2B9F-FFAEFE7B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ブツ</a:t>
            </a:r>
            <a:r>
              <a:rPr lang="en-US" altLang="ja-JP" dirty="0"/>
              <a:t>(</a:t>
            </a:r>
            <a:r>
              <a:rPr lang="ja-JP" altLang="en-US" dirty="0"/>
              <a:t>白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234FCE-3BDA-8E5C-5324-EA7A4C4B9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30DD88-1B45-4B8C-8A14-6836CFEEB287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3C34C9C1-7B54-3D44-5AB9-0D9BEAA7B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322" y="1856251"/>
            <a:ext cx="4194000" cy="3145499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ADE642C3-8396-4A85-B456-3C8B7A735A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56250"/>
            <a:ext cx="4194000" cy="314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52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B549-9240-A99A-CDD4-54F3473A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922E5E-9820-0CA7-0F56-E4D801913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ヘコ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767595-5DF6-4B88-5950-F4BDD771D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30DD88-1B45-4B8C-8A14-6836CFEEB287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EB96B31-0FDF-AA56-D6F8-A31A7E6AC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322" y="1856250"/>
            <a:ext cx="4194000" cy="31455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8BFEE538-F073-E4C2-8B03-7D3533B1AE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56250"/>
            <a:ext cx="4194000" cy="314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87482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wen2.5-VL.pptx" id="{DCD1277C-735D-481F-811C-3B89D5DAC788}" vid="{C7727DEA-996E-46E6-B2E5-4D4DA5A4258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テンプレート</Template>
  <TotalTime>715</TotalTime>
  <Words>181</Words>
  <Application>Microsoft Office PowerPoint</Application>
  <PresentationFormat>ワイド画面</PresentationFormat>
  <Paragraphs>76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Yu Gothic</vt:lpstr>
      <vt:lpstr>Aptos</vt:lpstr>
      <vt:lpstr>Arial</vt:lpstr>
      <vt:lpstr>Segoe UI</vt:lpstr>
      <vt:lpstr>Wingdings</vt:lpstr>
      <vt:lpstr>1_Office テーマ</vt:lpstr>
      <vt:lpstr>比較</vt:lpstr>
      <vt:lpstr>OHPシート枚数</vt:lpstr>
      <vt:lpstr>カメラ比較</vt:lpstr>
      <vt:lpstr>PowerPoint プレゼンテーション</vt:lpstr>
      <vt:lpstr>他欠陥</vt:lpstr>
      <vt:lpstr>ブツ</vt:lpstr>
      <vt:lpstr>ブツ(白)</vt:lpstr>
      <vt:lpstr>ヘコ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TAKAI Tetsuma</dc:creator>
  <cp:lastModifiedBy>KOIKE Yuta</cp:lastModifiedBy>
  <cp:revision>1</cp:revision>
  <dcterms:created xsi:type="dcterms:W3CDTF">2026-07-03T11:42:34Z</dcterms:created>
  <dcterms:modified xsi:type="dcterms:W3CDTF">2026-10-05T10:19:39Z</dcterms:modified>
</cp:coreProperties>
</file>